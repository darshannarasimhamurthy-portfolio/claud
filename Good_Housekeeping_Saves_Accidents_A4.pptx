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779008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22960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HOUSEKEEPING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325880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ACCIDENTS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82880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Warehouse Is A Safe Warehouse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833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97280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cause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major workplace injuries is slips and trips (HSE)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03576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40736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320" y="268833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89376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MHE risk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389376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aisles push people and vehicles together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995672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32832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416" y="268833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81472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risk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681472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build-up and blocked exits slow evacuation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411480" y="356616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SIX HOUSEKEEPING RULES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411480" y="393192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4159606"/>
            <a:ext cx="230429" cy="230429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096" y="4023360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51560" y="4041648"/>
            <a:ext cx="1240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waste immediately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53542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Wrap, strapping and cardboard straight into the correct bin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2703576" y="393192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840736" y="406908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1262" y="4159606"/>
            <a:ext cx="230429" cy="230429"/>
          </a:xfrm>
          <a:prstGeom prst="rect">
            <a:avLst/>
          </a:prstGeom>
        </p:spPr>
      </p:pic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192" y="4023360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343656" y="4041648"/>
            <a:ext cx="1240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aisles clear</a:t>
            </a:r>
            <a:endParaRPr lang="en-US" sz="1050" dirty="0"/>
          </a:p>
        </p:txBody>
      </p:sp>
      <p:sp>
        <p:nvSpPr>
          <p:cNvPr id="35" name="Text 26"/>
          <p:cNvSpPr txBox="1"/>
          <p:nvPr/>
        </p:nvSpPr>
        <p:spPr>
          <a:xfrm>
            <a:off x="2840736" y="453542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Walkways, fire exits and routes free of stock and pallets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4995672" y="393192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5132832" y="406908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3358" y="4159606"/>
            <a:ext cx="230429" cy="230429"/>
          </a:xfrm>
          <a:prstGeom prst="rect">
            <a:avLst/>
          </a:prstGeom>
        </p:spPr>
      </p:pic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6288" y="4023360"/>
            <a:ext cx="164592" cy="16459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5635752" y="4041648"/>
            <a:ext cx="1240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pallets safely</a:t>
            </a:r>
            <a:endParaRPr lang="en-US" sz="1050" dirty="0"/>
          </a:p>
        </p:txBody>
      </p:sp>
      <p:sp>
        <p:nvSpPr>
          <p:cNvPr id="41" name="Text 30"/>
          <p:cNvSpPr txBox="1"/>
          <p:nvPr/>
        </p:nvSpPr>
        <p:spPr>
          <a:xfrm>
            <a:off x="5132832" y="453542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Empties stacked flat in the designated area</a:t>
            </a:r>
            <a:endParaRPr lang="en-US" sz="850" dirty="0"/>
          </a:p>
        </p:txBody>
      </p:sp>
      <p:sp>
        <p:nvSpPr>
          <p:cNvPr id="42" name="Shape 31"/>
          <p:cNvSpPr/>
          <p:nvPr/>
        </p:nvSpPr>
        <p:spPr>
          <a:xfrm>
            <a:off x="411480" y="502920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548640" y="516636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66" y="5256886"/>
            <a:ext cx="230429" cy="230429"/>
          </a:xfrm>
          <a:prstGeom prst="rect">
            <a:avLst/>
          </a:prstGeom>
        </p:spPr>
      </p:pic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2096" y="5120640"/>
            <a:ext cx="164592" cy="16459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051560" y="5138928"/>
            <a:ext cx="1240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spills straight away</a:t>
            </a:r>
            <a:endParaRPr lang="en-US" sz="1050" dirty="0"/>
          </a:p>
        </p:txBody>
      </p:sp>
      <p:sp>
        <p:nvSpPr>
          <p:cNvPr id="47" name="Text 34"/>
          <p:cNvSpPr txBox="1"/>
          <p:nvPr/>
        </p:nvSpPr>
        <p:spPr>
          <a:xfrm>
            <a:off x="548640" y="563270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Stop, guard, report and clean up</a:t>
            </a:r>
            <a:endParaRPr lang="en-US" sz="850" dirty="0"/>
          </a:p>
        </p:txBody>
      </p:sp>
      <p:sp>
        <p:nvSpPr>
          <p:cNvPr id="48" name="Shape 35"/>
          <p:cNvSpPr/>
          <p:nvPr/>
        </p:nvSpPr>
        <p:spPr>
          <a:xfrm>
            <a:off x="2703576" y="502920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2840736" y="516636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31262" y="5256886"/>
            <a:ext cx="230429" cy="230429"/>
          </a:xfrm>
          <a:prstGeom prst="rect">
            <a:avLst/>
          </a:prstGeom>
        </p:spPr>
      </p:pic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4192" y="5120640"/>
            <a:ext cx="164592" cy="164592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3343656" y="5138928"/>
            <a:ext cx="1240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products correctly</a:t>
            </a:r>
            <a:endParaRPr lang="en-US" sz="1050" dirty="0"/>
          </a:p>
        </p:txBody>
      </p:sp>
      <p:sp>
        <p:nvSpPr>
          <p:cNvPr id="53" name="Text 38"/>
          <p:cNvSpPr txBox="1"/>
          <p:nvPr/>
        </p:nvSpPr>
        <p:spPr>
          <a:xfrm>
            <a:off x="2840736" y="563270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at the bottom, within height limits</a:t>
            </a:r>
            <a:endParaRPr lang="en-US" sz="850" dirty="0"/>
          </a:p>
        </p:txBody>
      </p:sp>
      <p:sp>
        <p:nvSpPr>
          <p:cNvPr id="54" name="Shape 39"/>
          <p:cNvSpPr/>
          <p:nvPr/>
        </p:nvSpPr>
        <p:spPr>
          <a:xfrm>
            <a:off x="4995672" y="502920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5132832" y="5166360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23358" y="5256886"/>
            <a:ext cx="230429" cy="230429"/>
          </a:xfrm>
          <a:prstGeom prst="rect">
            <a:avLst/>
          </a:prstGeom>
        </p:spPr>
      </p:pic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6288" y="5120640"/>
            <a:ext cx="164592" cy="164592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5635752" y="5138928"/>
            <a:ext cx="1240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equipment</a:t>
            </a:r>
            <a:endParaRPr lang="en-US" sz="1050" dirty="0"/>
          </a:p>
        </p:txBody>
      </p:sp>
      <p:sp>
        <p:nvSpPr>
          <p:cNvPr id="59" name="Text 42"/>
          <p:cNvSpPr txBox="1"/>
          <p:nvPr/>
        </p:nvSpPr>
        <p:spPr>
          <a:xfrm>
            <a:off x="5132832" y="5632704"/>
            <a:ext cx="1880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PPTs, cages and tools back to marked locations</a:t>
            </a:r>
            <a:endParaRPr lang="en-US" sz="850" dirty="0"/>
          </a:p>
        </p:txBody>
      </p:sp>
      <p:sp>
        <p:nvSpPr>
          <p:cNvPr id="60" name="Text 43"/>
          <p:cNvSpPr txBox="1"/>
          <p:nvPr/>
        </p:nvSpPr>
        <p:spPr>
          <a:xfrm>
            <a:off x="411480" y="617220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HOUSEKEEPING CAN CAUSE</a:t>
            </a:r>
            <a:endParaRPr lang="en-US" sz="1500" dirty="0"/>
          </a:p>
        </p:txBody>
      </p:sp>
      <p:sp>
        <p:nvSpPr>
          <p:cNvPr id="61" name="Shape 44"/>
          <p:cNvSpPr/>
          <p:nvPr/>
        </p:nvSpPr>
        <p:spPr>
          <a:xfrm>
            <a:off x="811073" y="6537960"/>
            <a:ext cx="548640" cy="54864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1774" y="6658661"/>
            <a:ext cx="307238" cy="307238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365760" y="7150608"/>
            <a:ext cx="14392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Slips</a:t>
            </a:r>
            <a:endParaRPr lang="en-US" sz="950" dirty="0"/>
          </a:p>
        </p:txBody>
      </p:sp>
      <p:sp>
        <p:nvSpPr>
          <p:cNvPr id="64" name="Text 46"/>
          <p:cNvSpPr txBox="1"/>
          <p:nvPr/>
        </p:nvSpPr>
        <p:spPr>
          <a:xfrm>
            <a:off x="411480" y="7379208"/>
            <a:ext cx="1347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floors, oil, spills</a:t>
            </a:r>
            <a:endParaRPr lang="en-US" sz="850" dirty="0"/>
          </a:p>
        </p:txBody>
      </p:sp>
      <p:sp>
        <p:nvSpPr>
          <p:cNvPr id="65" name="Shape 47"/>
          <p:cNvSpPr/>
          <p:nvPr/>
        </p:nvSpPr>
        <p:spPr>
          <a:xfrm>
            <a:off x="2158898" y="6537960"/>
            <a:ext cx="548640" cy="54864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6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79599" y="6658661"/>
            <a:ext cx="307238" cy="307238"/>
          </a:xfrm>
          <a:prstGeom prst="rect">
            <a:avLst/>
          </a:prstGeom>
        </p:spPr>
      </p:pic>
      <p:sp>
        <p:nvSpPr>
          <p:cNvPr id="67" name="Text 48"/>
          <p:cNvSpPr txBox="1"/>
          <p:nvPr/>
        </p:nvSpPr>
        <p:spPr>
          <a:xfrm>
            <a:off x="1713586" y="7150608"/>
            <a:ext cx="14392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</a:t>
            </a:r>
            <a:endParaRPr lang="en-US" sz="950" dirty="0"/>
          </a:p>
        </p:txBody>
      </p:sp>
      <p:sp>
        <p:nvSpPr>
          <p:cNvPr id="68" name="Text 49"/>
          <p:cNvSpPr txBox="1"/>
          <p:nvPr/>
        </p:nvSpPr>
        <p:spPr>
          <a:xfrm>
            <a:off x="1759306" y="7379208"/>
            <a:ext cx="1347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Strapping, wrap, cables</a:t>
            </a:r>
            <a:endParaRPr lang="en-US" sz="850" dirty="0"/>
          </a:p>
        </p:txBody>
      </p:sp>
      <p:sp>
        <p:nvSpPr>
          <p:cNvPr id="69" name="Shape 50"/>
          <p:cNvSpPr/>
          <p:nvPr/>
        </p:nvSpPr>
        <p:spPr>
          <a:xfrm>
            <a:off x="3506724" y="6537960"/>
            <a:ext cx="548640" cy="54864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7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27425" y="6658661"/>
            <a:ext cx="307238" cy="307238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3061411" y="7150608"/>
            <a:ext cx="14392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endParaRPr lang="en-US" sz="950" dirty="0"/>
          </a:p>
        </p:txBody>
      </p:sp>
      <p:sp>
        <p:nvSpPr>
          <p:cNvPr id="72" name="Text 52"/>
          <p:cNvSpPr txBox="1"/>
          <p:nvPr/>
        </p:nvSpPr>
        <p:spPr>
          <a:xfrm>
            <a:off x="3107131" y="7379208"/>
            <a:ext cx="1347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stacks, climbing</a:t>
            </a:r>
            <a:endParaRPr lang="en-US" sz="850" dirty="0"/>
          </a:p>
        </p:txBody>
      </p:sp>
      <p:sp>
        <p:nvSpPr>
          <p:cNvPr id="73" name="Shape 53"/>
          <p:cNvSpPr/>
          <p:nvPr/>
        </p:nvSpPr>
        <p:spPr>
          <a:xfrm>
            <a:off x="4854550" y="6537960"/>
            <a:ext cx="548640" cy="54864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7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75250" y="6658661"/>
            <a:ext cx="307238" cy="307238"/>
          </a:xfrm>
          <a:prstGeom prst="rect">
            <a:avLst/>
          </a:prstGeom>
        </p:spPr>
      </p:pic>
      <p:sp>
        <p:nvSpPr>
          <p:cNvPr id="75" name="Text 54"/>
          <p:cNvSpPr txBox="1"/>
          <p:nvPr/>
        </p:nvSpPr>
        <p:spPr>
          <a:xfrm>
            <a:off x="4409237" y="7150608"/>
            <a:ext cx="14392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collisions</a:t>
            </a:r>
            <a:endParaRPr lang="en-US" sz="950" dirty="0"/>
          </a:p>
        </p:txBody>
      </p:sp>
      <p:sp>
        <p:nvSpPr>
          <p:cNvPr id="76" name="Text 55"/>
          <p:cNvSpPr txBox="1"/>
          <p:nvPr/>
        </p:nvSpPr>
        <p:spPr>
          <a:xfrm>
            <a:off x="4454957" y="7379208"/>
            <a:ext cx="1347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routes</a:t>
            </a:r>
            <a:endParaRPr lang="en-US" sz="850" dirty="0"/>
          </a:p>
        </p:txBody>
      </p:sp>
      <p:sp>
        <p:nvSpPr>
          <p:cNvPr id="77" name="Shape 56"/>
          <p:cNvSpPr/>
          <p:nvPr/>
        </p:nvSpPr>
        <p:spPr>
          <a:xfrm>
            <a:off x="6202375" y="6537960"/>
            <a:ext cx="548640" cy="54864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7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3076" y="6658661"/>
            <a:ext cx="307238" cy="307238"/>
          </a:xfrm>
          <a:prstGeom prst="rect">
            <a:avLst/>
          </a:prstGeom>
        </p:spPr>
      </p:pic>
      <p:sp>
        <p:nvSpPr>
          <p:cNvPr id="79" name="Text 57"/>
          <p:cNvSpPr txBox="1"/>
          <p:nvPr/>
        </p:nvSpPr>
        <p:spPr>
          <a:xfrm>
            <a:off x="5757062" y="7150608"/>
            <a:ext cx="14392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damage</a:t>
            </a:r>
            <a:endParaRPr lang="en-US" sz="950" dirty="0"/>
          </a:p>
        </p:txBody>
      </p:sp>
      <p:sp>
        <p:nvSpPr>
          <p:cNvPr id="80" name="Text 58"/>
          <p:cNvSpPr txBox="1"/>
          <p:nvPr/>
        </p:nvSpPr>
        <p:spPr>
          <a:xfrm>
            <a:off x="5802782" y="7379208"/>
            <a:ext cx="1347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stacking</a:t>
            </a:r>
            <a:endParaRPr lang="en-US" sz="850" dirty="0"/>
          </a:p>
        </p:txBody>
      </p:sp>
      <p:sp>
        <p:nvSpPr>
          <p:cNvPr id="81" name="Shape 59"/>
          <p:cNvSpPr/>
          <p:nvPr/>
        </p:nvSpPr>
        <p:spPr>
          <a:xfrm>
            <a:off x="411480" y="7818120"/>
            <a:ext cx="3300984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2" name="Shape 60"/>
          <p:cNvSpPr/>
          <p:nvPr/>
        </p:nvSpPr>
        <p:spPr>
          <a:xfrm>
            <a:off x="3849624" y="7818120"/>
            <a:ext cx="3300984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3" name="Text 61"/>
          <p:cNvSpPr txBox="1"/>
          <p:nvPr/>
        </p:nvSpPr>
        <p:spPr>
          <a:xfrm>
            <a:off x="594360" y="795528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SPOTTED A SPILL?</a:t>
            </a:r>
            <a:endParaRPr lang="en-US" sz="1200" dirty="0"/>
          </a:p>
        </p:txBody>
      </p:sp>
      <p:sp>
        <p:nvSpPr>
          <p:cNvPr id="84" name="Shape 62"/>
          <p:cNvSpPr/>
          <p:nvPr/>
        </p:nvSpPr>
        <p:spPr>
          <a:xfrm>
            <a:off x="594360" y="829360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5" name="Text 63"/>
          <p:cNvSpPr txBox="1"/>
          <p:nvPr/>
        </p:nvSpPr>
        <p:spPr>
          <a:xfrm>
            <a:off x="594360" y="8293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6" name="Text 64"/>
          <p:cNvSpPr txBox="1"/>
          <p:nvPr/>
        </p:nvSpPr>
        <p:spPr>
          <a:xfrm>
            <a:off x="886968" y="829360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warn anyone nearby</a:t>
            </a:r>
            <a:endParaRPr lang="en-US" sz="950" dirty="0"/>
          </a:p>
        </p:txBody>
      </p:sp>
      <p:sp>
        <p:nvSpPr>
          <p:cNvPr id="87" name="Shape 65"/>
          <p:cNvSpPr/>
          <p:nvPr/>
        </p:nvSpPr>
        <p:spPr>
          <a:xfrm>
            <a:off x="594360" y="8558784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8" name="Text 66"/>
          <p:cNvSpPr txBox="1"/>
          <p:nvPr/>
        </p:nvSpPr>
        <p:spPr>
          <a:xfrm>
            <a:off x="594360" y="8558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9" name="Text 67"/>
          <p:cNvSpPr txBox="1"/>
          <p:nvPr/>
        </p:nvSpPr>
        <p:spPr>
          <a:xfrm>
            <a:off x="886968" y="855878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put out a wet floor sign</a:t>
            </a:r>
            <a:endParaRPr lang="en-US" sz="950" dirty="0"/>
          </a:p>
        </p:txBody>
      </p:sp>
      <p:sp>
        <p:nvSpPr>
          <p:cNvPr id="90" name="Shape 68"/>
          <p:cNvSpPr/>
          <p:nvPr/>
        </p:nvSpPr>
        <p:spPr>
          <a:xfrm>
            <a:off x="594360" y="8823960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1" name="Text 69"/>
          <p:cNvSpPr txBox="1"/>
          <p:nvPr/>
        </p:nvSpPr>
        <p:spPr>
          <a:xfrm>
            <a:off x="594360" y="8823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2" name="Text 70"/>
          <p:cNvSpPr txBox="1"/>
          <p:nvPr/>
        </p:nvSpPr>
        <p:spPr>
          <a:xfrm>
            <a:off x="886968" y="8823960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tell your Team Leader</a:t>
            </a:r>
            <a:endParaRPr lang="en-US" sz="950" dirty="0"/>
          </a:p>
        </p:txBody>
      </p:sp>
      <p:sp>
        <p:nvSpPr>
          <p:cNvPr id="93" name="Shape 71"/>
          <p:cNvSpPr/>
          <p:nvPr/>
        </p:nvSpPr>
        <p:spPr>
          <a:xfrm>
            <a:off x="594360" y="9089136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4" name="Text 72"/>
          <p:cNvSpPr txBox="1"/>
          <p:nvPr/>
        </p:nvSpPr>
        <p:spPr>
          <a:xfrm>
            <a:off x="594360" y="9089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95" name="Text 73"/>
          <p:cNvSpPr txBox="1"/>
          <p:nvPr/>
        </p:nvSpPr>
        <p:spPr>
          <a:xfrm>
            <a:off x="886968" y="9089136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clean up and remove the sign</a:t>
            </a:r>
            <a:endParaRPr lang="en-US" sz="950" dirty="0"/>
          </a:p>
        </p:txBody>
      </p:sp>
      <p:sp>
        <p:nvSpPr>
          <p:cNvPr id="96" name="Text 74"/>
          <p:cNvSpPr txBox="1"/>
          <p:nvPr/>
        </p:nvSpPr>
        <p:spPr>
          <a:xfrm>
            <a:off x="4032504" y="795528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&amp; END OF SHIFT CHECKS</a:t>
            </a:r>
            <a:endParaRPr lang="en-US" sz="1200" dirty="0"/>
          </a:p>
        </p:txBody>
      </p:sp>
      <p:pic>
        <p:nvPicPr>
          <p:cNvPr id="9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32504" y="8321040"/>
            <a:ext cx="137160" cy="137160"/>
          </a:xfrm>
          <a:prstGeom prst="rect">
            <a:avLst/>
          </a:prstGeom>
        </p:spPr>
      </p:pic>
      <p:sp>
        <p:nvSpPr>
          <p:cNvPr id="98" name="Text 75"/>
          <p:cNvSpPr txBox="1"/>
          <p:nvPr/>
        </p:nvSpPr>
        <p:spPr>
          <a:xfrm>
            <a:off x="4261104" y="8293608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Aisles, walkways and fire exits clear</a:t>
            </a:r>
            <a:endParaRPr lang="en-US" sz="900" dirty="0"/>
          </a:p>
        </p:txBody>
      </p:sp>
      <p:pic>
        <p:nvPicPr>
          <p:cNvPr id="9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32504" y="8531352"/>
            <a:ext cx="137160" cy="137160"/>
          </a:xfrm>
          <a:prstGeom prst="rect">
            <a:avLst/>
          </a:prstGeom>
        </p:spPr>
      </p:pic>
      <p:sp>
        <p:nvSpPr>
          <p:cNvPr id="100" name="Text 76"/>
          <p:cNvSpPr txBox="1"/>
          <p:nvPr/>
        </p:nvSpPr>
        <p:spPr>
          <a:xfrm>
            <a:off x="4261104" y="8503920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Damaged pallets removed from use</a:t>
            </a:r>
            <a:endParaRPr lang="en-US" sz="900" dirty="0"/>
          </a:p>
        </p:txBody>
      </p:sp>
      <p:pic>
        <p:nvPicPr>
          <p:cNvPr id="10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32504" y="8741664"/>
            <a:ext cx="137160" cy="137160"/>
          </a:xfrm>
          <a:prstGeom prst="rect">
            <a:avLst/>
          </a:prstGeom>
        </p:spPr>
      </p:pic>
      <p:sp>
        <p:nvSpPr>
          <p:cNvPr id="102" name="Text 77"/>
          <p:cNvSpPr txBox="1"/>
          <p:nvPr/>
        </p:nvSpPr>
        <p:spPr>
          <a:xfrm>
            <a:off x="4261104" y="8714232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bins emptied, not overflowing</a:t>
            </a:r>
            <a:endParaRPr lang="en-US" sz="900" dirty="0"/>
          </a:p>
        </p:txBody>
      </p:sp>
      <p:pic>
        <p:nvPicPr>
          <p:cNvPr id="10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32504" y="8951976"/>
            <a:ext cx="137160" cy="137160"/>
          </a:xfrm>
          <a:prstGeom prst="rect">
            <a:avLst/>
          </a:prstGeom>
        </p:spPr>
      </p:pic>
      <p:sp>
        <p:nvSpPr>
          <p:cNvPr id="104" name="Text 78"/>
          <p:cNvSpPr txBox="1"/>
          <p:nvPr/>
        </p:nvSpPr>
        <p:spPr>
          <a:xfrm>
            <a:off x="4261104" y="8924544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MHE parked and on charge</a:t>
            </a:r>
            <a:endParaRPr lang="en-US" sz="900" dirty="0"/>
          </a:p>
        </p:txBody>
      </p:sp>
      <p:pic>
        <p:nvPicPr>
          <p:cNvPr id="105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32504" y="9162288"/>
            <a:ext cx="137160" cy="137160"/>
          </a:xfrm>
          <a:prstGeom prst="rect">
            <a:avLst/>
          </a:prstGeom>
        </p:spPr>
      </p:pic>
      <p:sp>
        <p:nvSpPr>
          <p:cNvPr id="106" name="Text 79"/>
          <p:cNvSpPr txBox="1"/>
          <p:nvPr/>
        </p:nvSpPr>
        <p:spPr>
          <a:xfrm>
            <a:off x="4261104" y="9134856"/>
            <a:ext cx="27523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 reported and logged</a:t>
            </a:r>
            <a:endParaRPr lang="en-US" sz="900" dirty="0"/>
          </a:p>
        </p:txBody>
      </p:sp>
      <p:sp>
        <p:nvSpPr>
          <p:cNvPr id="107" name="Shape 80"/>
          <p:cNvSpPr/>
          <p:nvPr/>
        </p:nvSpPr>
        <p:spPr>
          <a:xfrm>
            <a:off x="0" y="9601200"/>
            <a:ext cx="7562088" cy="1088136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108" name="Text 81"/>
          <p:cNvSpPr txBox="1"/>
          <p:nvPr/>
        </p:nvSpPr>
        <p:spPr>
          <a:xfrm>
            <a:off x="411480" y="9710928"/>
            <a:ext cx="673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WALK PAST A PROBLEM</a:t>
            </a:r>
            <a:endParaRPr lang="en-US" sz="2600" dirty="0"/>
          </a:p>
        </p:txBody>
      </p:sp>
      <p:sp>
        <p:nvSpPr>
          <p:cNvPr id="109" name="Text 82"/>
          <p:cNvSpPr txBox="1"/>
          <p:nvPr/>
        </p:nvSpPr>
        <p:spPr>
          <a:xfrm>
            <a:off x="411480" y="10122408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 •  REPORT IT  •  SORT IT</a:t>
            </a:r>
            <a:endParaRPr lang="en-US" sz="1300" dirty="0"/>
          </a:p>
        </p:txBody>
      </p:sp>
      <p:sp>
        <p:nvSpPr>
          <p:cNvPr id="110" name="Text 83"/>
          <p:cNvSpPr txBox="1"/>
          <p:nvPr/>
        </p:nvSpPr>
        <p:spPr>
          <a:xfrm>
            <a:off x="411480" y="10396728"/>
            <a:ext cx="6739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hazards to your Team Leader or Shift Manager immediately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Housekeeping Saves Accidents</dc:title>
  <dc:subject>PptxGenJS Presentation</dc:subject>
  <dc:creator>PptxGenJS</dc:creator>
  <cp:lastModifiedBy>PptxGenJS</cp:lastModifiedBy>
  <cp:revision>1</cp:revision>
  <dcterms:created xsi:type="dcterms:W3CDTF">2026-09-29T13:38:46Z</dcterms:created>
  <dcterms:modified xsi:type="dcterms:W3CDTF">2026-09-29T13:38:46Z</dcterms:modified>
</cp:coreProperties>
</file>