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Today's briefing is about housekeeping - one of the simplest and most effective ways we prevent accidents on site. A clean warehouse is a safe warehouse.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HSE identifies slips and trips as the single most common cause of major injuries in UK workplaces. In a warehouse, poor housekeeping also puts pedestrians in the path of MHE and increases fire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our six housekeeping rules. Go through each one and give a local example from our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consequences. Ask the team: have you seen any of these on site recently?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Spills are one of our biggest slip risks. Stop, guard, report, clean. If the spill is chemical or unknown, don't touch it - use the spill kit and follow the COSHH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quick walk-round at the start and end of every shift. If something isn't right, fix it or report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reinforcing: if you see it, you own it until it's reported or sorted. Thank the team and take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" cy="82296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13240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HOUSEKEEPING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788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ACCIDENTS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Warehouse Is A Safe Warehouse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Briefing  |  All Colleagues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housekeeping matters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warehouse accidents start with something small left in the wrong place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560320" cy="26517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94560"/>
            <a:ext cx="640080" cy="640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233537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204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Slips and trips are the most common cause of major injuries in UK workplaces (HSE)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1965960"/>
            <a:ext cx="2560320" cy="26517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6160" y="2194560"/>
            <a:ext cx="640080" cy="640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978" y="233537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MHE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5204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Obstructed aisles force pedestrians and vehicles into the same space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26480" y="1965960"/>
            <a:ext cx="2560320" cy="26517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0" y="2194560"/>
            <a:ext cx="640080" cy="640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18" y="233537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35204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build-up and blocked exits increase fire risk and slow evacuation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six housekeeping rules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colleague, every shift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56032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57400"/>
            <a:ext cx="502920" cy="50292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2168042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2057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waste immediately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 wrap, strapping and cardboard go straight in the correct bin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874520"/>
            <a:ext cx="256032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2057400"/>
            <a:ext cx="502920" cy="50292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362" y="216804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14800" y="2057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aisles clear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Walkways, fire exits and routes free of stock, pallets and cages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874520"/>
            <a:ext cx="256032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2057400"/>
            <a:ext cx="502920" cy="50292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02" y="216804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49440" y="2057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pallets safely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empties flat in the designated area, never on their side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7200" y="3383280"/>
            <a:ext cx="256032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3676802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80160" y="3566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spills straight away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Stop, guard the area, report it and clean it up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91840" y="3383280"/>
            <a:ext cx="256032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474720" y="3566160"/>
            <a:ext cx="502920" cy="50292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5362" y="3676802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114800" y="3566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products correctly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347472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at the bottom, within height limits, nothing overhanging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126480" y="3383280"/>
            <a:ext cx="256032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309360" y="3566160"/>
            <a:ext cx="502920" cy="50292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002" y="3676802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949440" y="3566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equipment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630936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PPTs, cages and tools back in their marked locations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housekeeping can cause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200985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floors, oil, spilled product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05456" y="1828800"/>
            <a:ext cx="822960" cy="82296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507" y="200985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Strapping, wrap, pallets, cables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187952" y="1828800"/>
            <a:ext cx="822960" cy="82296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003" y="2009851"/>
            <a:ext cx="460858" cy="46085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22192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822192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Uneven stacks, climbing on racking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870448" y="1828800"/>
            <a:ext cx="822960" cy="82296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499" y="2009851"/>
            <a:ext cx="460858" cy="46085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504688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collisions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5504688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routes and blind spots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552944" y="1828800"/>
            <a:ext cx="822960" cy="82296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3995" y="2009851"/>
            <a:ext cx="460858" cy="46085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87184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damage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7187184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stacking, crushed stock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Spotted a spill? Follow 4 steps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walk past a spill, however small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874520" cy="26060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731520" cy="73152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2355494"/>
            <a:ext cx="409651" cy="40965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5661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work and warn anyone nearby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60320" y="1965960"/>
            <a:ext cx="1874520" cy="26060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47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2788920" y="2194560"/>
            <a:ext cx="731520" cy="73152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854" y="2355494"/>
            <a:ext cx="409651" cy="40965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788920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2788920" y="35661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out a wet floor sign or cone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63440" y="1965960"/>
            <a:ext cx="1874520" cy="26060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8978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4892040" y="2194560"/>
            <a:ext cx="731520" cy="73152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974" y="2355494"/>
            <a:ext cx="409651" cy="40965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892040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4892040" y="35661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your Team Leader; use the spill kit if hazardous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766560" y="1965960"/>
            <a:ext cx="1874520" cy="26060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0010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Shape 21"/>
          <p:cNvSpPr/>
          <p:nvPr/>
        </p:nvSpPr>
        <p:spPr>
          <a:xfrm>
            <a:off x="6995160" y="2194560"/>
            <a:ext cx="731520" cy="73152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094" y="2355494"/>
            <a:ext cx="409651" cy="40965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995160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6995160" y="35661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up, dispose of waste correctly, remove the sign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and end of shift checks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your area the way you would want to find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11480" cy="41148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726" y="2056486"/>
            <a:ext cx="230429" cy="23042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Aisles and walkways clear and marked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26" y="2742286"/>
            <a:ext cx="230429" cy="23042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5840" y="2651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exits, extinguishers and call points unobstructed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3337560"/>
            <a:ext cx="411480" cy="41148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6" y="3428086"/>
            <a:ext cx="230429" cy="23042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3337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damaged pallets or racking left in use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4023360"/>
            <a:ext cx="411480" cy="41148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26" y="4113886"/>
            <a:ext cx="230429" cy="23042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5840" y="4023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 doors and loading areas clear of debris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754880" y="1965960"/>
            <a:ext cx="411480" cy="41148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406" y="2056486"/>
            <a:ext cx="230429" cy="230429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30352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bins emptied, not overflowing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4754880" y="2651760"/>
            <a:ext cx="411480" cy="41148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5406" y="2742286"/>
            <a:ext cx="230429" cy="230429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303520" y="2651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MHE parked and on charge in the correct bay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4754880" y="3337560"/>
            <a:ext cx="411480" cy="41148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5406" y="3428086"/>
            <a:ext cx="230429" cy="230429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303520" y="3337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Cages, trolleys and tools returned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4754880" y="4023360"/>
            <a:ext cx="411480" cy="41148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5406" y="4113886"/>
            <a:ext cx="230429" cy="230429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5303520" y="4023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hazards reported and logged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C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WALK PAST A PROBLEM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731520" cy="7315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" y="267553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291840" y="2514600"/>
            <a:ext cx="731520" cy="7315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774" y="2675534"/>
            <a:ext cx="409651" cy="4096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06240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IT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6126480" y="2514600"/>
            <a:ext cx="731520" cy="7315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414" y="2675534"/>
            <a:ext cx="409651" cy="40965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40880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IT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hazards to your Team Leader or Shift Manager immediately. Everyone has the right to stop unsafe work.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 Housekeeping Saves Accidents</dc:title>
  <dc:subject>PptxGenJS Presentation</dc:subject>
  <dc:creator>PptxGenJS</dc:creator>
  <cp:lastModifiedBy>PptxGenJS</cp:lastModifiedBy>
  <cp:revision>1</cp:revision>
  <dcterms:created xsi:type="dcterms:W3CDTF">2026-09-29T13:34:34Z</dcterms:created>
  <dcterms:modified xsi:type="dcterms:W3CDTF">2026-09-29T13:34:34Z</dcterms:modified>
</cp:coreProperties>
</file>