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779008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2296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 REPORTING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2588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NEAR MISS IS A WARNING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288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near misses helps prevent future injuries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833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97280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that could have caused injury or damage, but didn't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03576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0736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26883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89376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lesson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389376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near miss shows us a hazard before someone gets hurt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995672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32832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16" y="2688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81472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up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681472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nearly happened to you, it could happen to anyone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11480" y="35661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 EXAMPLES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11480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4159606"/>
            <a:ext cx="230429" cy="23042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51560" y="404164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pallet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Leaning, overhanging or badly wrapped load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2703576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840736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262" y="4159606"/>
            <a:ext cx="230429" cy="23042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343656" y="404164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racking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2840736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 uprights, missing beam locks or pins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995672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132832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3358" y="4159606"/>
            <a:ext cx="230429" cy="23042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635752" y="404164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spill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132832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from MHE or product on the floor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11480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6" y="5256886"/>
            <a:ext cx="230429" cy="230429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51560" y="513892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floor covering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548640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Lifted mats, damaged floor or loose plates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2703576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2840736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262" y="5256886"/>
            <a:ext cx="230429" cy="230429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3343656" y="513892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object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2840736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or packaging dropping from height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4995672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132832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3358" y="5256886"/>
            <a:ext cx="230429" cy="230429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635752" y="5138928"/>
            <a:ext cx="142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MHE operation</a:t>
            </a:r>
            <a:endParaRPr lang="en-US" sz="1050" dirty="0"/>
          </a:p>
        </p:txBody>
      </p:sp>
      <p:sp>
        <p:nvSpPr>
          <p:cNvPr id="53" name="Text 42"/>
          <p:cNvSpPr txBox="1"/>
          <p:nvPr/>
        </p:nvSpPr>
        <p:spPr>
          <a:xfrm>
            <a:off x="5132832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Speeding, poor visibility or unsafe loads</a:t>
            </a:r>
            <a:endParaRPr lang="en-US" sz="850" dirty="0"/>
          </a:p>
        </p:txBody>
      </p:sp>
      <p:sp>
        <p:nvSpPr>
          <p:cNvPr id="54" name="Text 43"/>
          <p:cNvSpPr txBox="1"/>
          <p:nvPr/>
        </p:nvSpPr>
        <p:spPr>
          <a:xfrm>
            <a:off x="411480" y="61722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REPORT?</a:t>
            </a:r>
            <a:endParaRPr lang="en-US" sz="1500" dirty="0"/>
          </a:p>
        </p:txBody>
      </p:sp>
      <p:sp>
        <p:nvSpPr>
          <p:cNvPr id="55" name="Shape 44"/>
          <p:cNvSpPr/>
          <p:nvPr/>
        </p:nvSpPr>
        <p:spPr>
          <a:xfrm>
            <a:off x="979551" y="6537960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252" y="6658661"/>
            <a:ext cx="307238" cy="30723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457200" y="7150608"/>
            <a:ext cx="1593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accidents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2664333" y="6537960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5034" y="6658661"/>
            <a:ext cx="307238" cy="30723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2141982" y="7150608"/>
            <a:ext cx="1593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colleagues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4349115" y="6537960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9816" y="6658661"/>
            <a:ext cx="307238" cy="307238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3826764" y="7150608"/>
            <a:ext cx="1593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workplace safety</a:t>
            </a:r>
            <a:endParaRPr lang="en-US" sz="1000" dirty="0"/>
          </a:p>
        </p:txBody>
      </p:sp>
      <p:sp>
        <p:nvSpPr>
          <p:cNvPr id="64" name="Shape 50"/>
          <p:cNvSpPr/>
          <p:nvPr/>
        </p:nvSpPr>
        <p:spPr>
          <a:xfrm>
            <a:off x="6033897" y="6537960"/>
            <a:ext cx="548640" cy="54864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4598" y="6658661"/>
            <a:ext cx="307238" cy="307238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5511546" y="7150608"/>
            <a:ext cx="1593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hazards early</a:t>
            </a:r>
            <a:endParaRPr lang="en-US" sz="1000" dirty="0"/>
          </a:p>
        </p:txBody>
      </p:sp>
      <p:sp>
        <p:nvSpPr>
          <p:cNvPr id="67" name="Shape 52"/>
          <p:cNvSpPr/>
          <p:nvPr/>
        </p:nvSpPr>
        <p:spPr>
          <a:xfrm>
            <a:off x="411480" y="7635240"/>
            <a:ext cx="3300984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8" name="Shape 53"/>
          <p:cNvSpPr/>
          <p:nvPr/>
        </p:nvSpPr>
        <p:spPr>
          <a:xfrm>
            <a:off x="3849624" y="7635240"/>
            <a:ext cx="3300984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9" name="Text 54"/>
          <p:cNvSpPr txBox="1"/>
          <p:nvPr/>
        </p:nvSpPr>
        <p:spPr>
          <a:xfrm>
            <a:off x="594360" y="77724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REPORT</a:t>
            </a:r>
            <a:endParaRPr lang="en-US" sz="1200" dirty="0"/>
          </a:p>
        </p:txBody>
      </p:sp>
      <p:sp>
        <p:nvSpPr>
          <p:cNvPr id="70" name="Shape 55"/>
          <p:cNvSpPr/>
          <p:nvPr/>
        </p:nvSpPr>
        <p:spPr>
          <a:xfrm>
            <a:off x="594360" y="813816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Text 56"/>
          <p:cNvSpPr txBox="1"/>
          <p:nvPr/>
        </p:nvSpPr>
        <p:spPr>
          <a:xfrm>
            <a:off x="594360" y="8138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Text 57"/>
          <p:cNvSpPr txBox="1"/>
          <p:nvPr/>
        </p:nvSpPr>
        <p:spPr>
          <a:xfrm>
            <a:off x="886968" y="8138160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SAFE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only if it is safe to do so</a:t>
            </a:r>
            <a:endParaRPr lang="en-US" sz="950" dirty="0"/>
          </a:p>
        </p:txBody>
      </p:sp>
      <p:sp>
        <p:nvSpPr>
          <p:cNvPr id="73" name="Shape 58"/>
          <p:cNvSpPr/>
          <p:nvPr/>
        </p:nvSpPr>
        <p:spPr>
          <a:xfrm>
            <a:off x="594360" y="840333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4" name="Text 59"/>
          <p:cNvSpPr txBox="1"/>
          <p:nvPr/>
        </p:nvSpPr>
        <p:spPr>
          <a:xfrm>
            <a:off x="594360" y="8403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5" name="Text 60"/>
          <p:cNvSpPr txBox="1"/>
          <p:nvPr/>
        </p:nvSpPr>
        <p:spPr>
          <a:xfrm>
            <a:off x="886968" y="840333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your Team Leader or Shift Manager</a:t>
            </a:r>
            <a:endParaRPr lang="en-US" sz="950" dirty="0"/>
          </a:p>
        </p:txBody>
      </p:sp>
      <p:sp>
        <p:nvSpPr>
          <p:cNvPr id="76" name="Shape 61"/>
          <p:cNvSpPr/>
          <p:nvPr/>
        </p:nvSpPr>
        <p:spPr>
          <a:xfrm>
            <a:off x="594360" y="866851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7" name="Text 62"/>
          <p:cNvSpPr txBox="1"/>
          <p:nvPr/>
        </p:nvSpPr>
        <p:spPr>
          <a:xfrm>
            <a:off x="594360" y="8668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8" name="Text 63"/>
          <p:cNvSpPr txBox="1"/>
          <p:nvPr/>
        </p:nvSpPr>
        <p:spPr>
          <a:xfrm>
            <a:off x="886968" y="866851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complete a near miss report</a:t>
            </a:r>
            <a:endParaRPr lang="en-US" sz="950" dirty="0"/>
          </a:p>
        </p:txBody>
      </p:sp>
      <p:sp>
        <p:nvSpPr>
          <p:cNvPr id="79" name="Shape 64"/>
          <p:cNvSpPr/>
          <p:nvPr/>
        </p:nvSpPr>
        <p:spPr>
          <a:xfrm>
            <a:off x="594360" y="89336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594360" y="8933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66"/>
          <p:cNvSpPr txBox="1"/>
          <p:nvPr/>
        </p:nvSpPr>
        <p:spPr>
          <a:xfrm>
            <a:off x="886968" y="893368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 everyone learns from it</a:t>
            </a:r>
            <a:endParaRPr lang="en-US" sz="950" dirty="0"/>
          </a:p>
        </p:txBody>
      </p:sp>
      <p:sp>
        <p:nvSpPr>
          <p:cNvPr id="82" name="Text 67"/>
          <p:cNvSpPr txBox="1"/>
          <p:nvPr/>
        </p:nvSpPr>
        <p:spPr>
          <a:xfrm>
            <a:off x="4032504" y="77724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INCLUDE</a:t>
            </a:r>
            <a:endParaRPr lang="en-US" sz="1200" dirty="0"/>
          </a:p>
        </p:txBody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32504" y="8165592"/>
            <a:ext cx="137160" cy="137160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4261104" y="8138160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happened</a:t>
            </a:r>
            <a:endParaRPr lang="en-US" sz="900" dirty="0"/>
          </a:p>
        </p:txBody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2504" y="8375904"/>
            <a:ext cx="137160" cy="137160"/>
          </a:xfrm>
          <a:prstGeom prst="rect">
            <a:avLst/>
          </a:prstGeom>
        </p:spPr>
      </p:pic>
      <p:sp>
        <p:nvSpPr>
          <p:cNvPr id="86" name="Text 69"/>
          <p:cNvSpPr txBox="1"/>
          <p:nvPr/>
        </p:nvSpPr>
        <p:spPr>
          <a:xfrm>
            <a:off x="4261104" y="8348472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happened</a:t>
            </a:r>
            <a:endParaRPr lang="en-US" sz="900" dirty="0"/>
          </a:p>
        </p:txBody>
      </p:sp>
      <p:pic>
        <p:nvPicPr>
          <p:cNvPr id="8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32504" y="8586216"/>
            <a:ext cx="137160" cy="137160"/>
          </a:xfrm>
          <a:prstGeom prst="rect">
            <a:avLst/>
          </a:prstGeom>
        </p:spPr>
      </p:pic>
      <p:sp>
        <p:nvSpPr>
          <p:cNvPr id="88" name="Text 70"/>
          <p:cNvSpPr txBox="1"/>
          <p:nvPr/>
        </p:nvSpPr>
        <p:spPr>
          <a:xfrm>
            <a:off x="4261104" y="8558784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900" dirty="0"/>
          </a:p>
        </p:txBody>
      </p:sp>
      <p:pic>
        <p:nvPicPr>
          <p:cNvPr id="8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32504" y="8796528"/>
            <a:ext cx="137160" cy="137160"/>
          </a:xfrm>
          <a:prstGeom prst="rect">
            <a:avLst/>
          </a:prstGeom>
        </p:spPr>
      </p:pic>
      <p:sp>
        <p:nvSpPr>
          <p:cNvPr id="90" name="Text 71"/>
          <p:cNvSpPr txBox="1"/>
          <p:nvPr/>
        </p:nvSpPr>
        <p:spPr>
          <a:xfrm>
            <a:off x="4261104" y="8769096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have happened</a:t>
            </a:r>
            <a:endParaRPr lang="en-US" sz="900" dirty="0"/>
          </a:p>
        </p:txBody>
      </p:sp>
      <p:pic>
        <p:nvPicPr>
          <p:cNvPr id="9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32504" y="9006840"/>
            <a:ext cx="137160" cy="137160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4261104" y="8979408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action already taken</a:t>
            </a:r>
            <a:endParaRPr lang="en-US" sz="900" dirty="0"/>
          </a:p>
        </p:txBody>
      </p:sp>
      <p:sp>
        <p:nvSpPr>
          <p:cNvPr id="93" name="Shape 73"/>
          <p:cNvSpPr/>
          <p:nvPr/>
        </p:nvSpPr>
        <p:spPr>
          <a:xfrm>
            <a:off x="0" y="9464040"/>
            <a:ext cx="7562088" cy="1225296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94" name="Text 74"/>
          <p:cNvSpPr txBox="1"/>
          <p:nvPr/>
        </p:nvSpPr>
        <p:spPr>
          <a:xfrm>
            <a:off x="411480" y="955548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NEAR MISS TODAY</a:t>
            </a:r>
            <a:endParaRPr lang="en-US" sz="2200" dirty="0"/>
          </a:p>
        </p:txBody>
      </p:sp>
      <p:sp>
        <p:nvSpPr>
          <p:cNvPr id="95" name="Text 75"/>
          <p:cNvSpPr txBox="1"/>
          <p:nvPr/>
        </p:nvSpPr>
        <p:spPr>
          <a:xfrm>
            <a:off x="411480" y="987552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AN ACCIDENT TOMORROW</a:t>
            </a:r>
            <a:endParaRPr lang="en-US" sz="2200" dirty="0"/>
          </a:p>
        </p:txBody>
      </p:sp>
      <p:sp>
        <p:nvSpPr>
          <p:cNvPr id="96" name="Text 76"/>
          <p:cNvSpPr txBox="1"/>
          <p:nvPr/>
        </p:nvSpPr>
        <p:spPr>
          <a:xfrm>
            <a:off x="411480" y="102870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 doubt, report it. Speak to your Team Leader or Shift Manager.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 Miss Reporting</dc:title>
  <dc:subject>PptxGenJS Presentation</dc:subject>
  <dc:creator>PptxGenJS</dc:creator>
  <cp:lastModifiedBy>PptxGenJS</cp:lastModifiedBy>
  <cp:revision>1</cp:revision>
  <dcterms:created xsi:type="dcterms:W3CDTF">2026-09-29T14:01:09Z</dcterms:created>
  <dcterms:modified xsi:type="dcterms:W3CDTF">2026-09-29T14:01:09Z</dcterms:modified>
</cp:coreProperties>
</file>